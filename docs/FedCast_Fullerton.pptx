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60" r:id="rId8"/>
    <p:sldId id="281" r:id="rId9"/>
    <p:sldId id="263" r:id="rId10"/>
    <p:sldId id="264" r:id="rId11"/>
    <p:sldId id="285"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Analyst prompts view. Open analyst 1: 195 characters, no evidence. Open analyst 6: the system prompt, the schema (claims with quote and item id; the opinion bounded -10 to +10), the inflation pre-read, the item ids. Say: 'if it is not on this page, the analyst does not get it; the only difference between analyst 1 and analyst 6 is this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4, 2 MIN. Analyst results. Analyst 1 card: a cut, numbers from memory flagged. Analyst 4 card: opinion, grounded, leaked, watch-out badges; one claim with its quote and the verified mark. If asked where a quote comes from, open the statement claim on analyst 4: the statement's own line, found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alternative weightings written down now, scored on every live decision; the backtest can guide the Taylor/base-rate split, not the market share;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Close on the three lines, then the ask: scrutinise the scorecard, challenge a quote, name the next decision that deserves the same chain.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a:solidFill>
                  <a:schemeClr val="tx1"/>
                </a:solidFill>
              </a:rPr>
              <a:t>Four say hike, one says hold: </a:t>
            </a:r>
            <a:r>
              <a:rPr lang="en-US" sz="1000">
                <a:solidFill>
                  <a:schemeClr val="tx1"/>
                </a:solidFill>
              </a:rPr>
              <a:t>+4.0.</a:t>
            </a:r>
          </a:p>
          <a:p>
            <a:pPr marL="0" indent="0">
              <a:buNone/>
            </a:pPr>
            <a:r>
              <a:rPr lang="en-US" sz="1000" b="1">
                <a:solidFill>
                  <a:schemeClr val="tx1"/>
                </a:solidFill>
              </a:rPr>
              <a:t>+4.0 moves 4 points of probability to the hike side. </a:t>
            </a:r>
            <a:r>
              <a:rPr lang="en-US" sz="100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a:solidFill>
                  <a:schemeClr val="tx2"/>
                </a:solidFill>
              </a:rPr>
              <a:t>Alternative weightings, written down now,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a:solidFill>
                  <a:schemeClr val="tx1"/>
                </a:solidFill>
              </a:rPr>
              <a:t>Write down three or four alternative weightings now, for example market 0.6, 0.5 or 0.7 with the rest redistributed. The backtest can guide the split between Taylor and base rates; it cannot set the market share, since we hold no history of futures or prediction-market odds. Score every weighting on every live decision with the same log score and Brier. The live weighting changes only by amendment, on that record. Weights are never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TotalTime>
  <Words>7832</Words>
  <Application>Microsoft Office PowerPoint</Application>
  <PresentationFormat>Widescreen</PresentationFormat>
  <Paragraphs>685</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2026-10-30T04:04:40Z</dcterms:modified>
</cp:coreProperties>
</file>