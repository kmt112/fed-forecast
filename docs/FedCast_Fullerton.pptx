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1" r:id="rId6"/>
    <p:sldId id="260" r:id="rId7"/>
    <p:sldId id="262" r:id="rId8"/>
    <p:sldId id="263" r:id="rId9"/>
    <p:sldId id="264" r:id="rId10"/>
    <p:sldId id="265" r:id="rId11"/>
    <p:sldId id="266" r:id="rId12"/>
    <p:sldId id="268" r:id="rId13"/>
    <p:sldId id="269" r:id="rId14"/>
    <p:sldId id="267" r:id="rId15"/>
    <p:sldId id="271" r:id="rId16"/>
    <p:sldId id="273" r:id="rId17"/>
    <p:sldId id="274" r:id="rId18"/>
    <p:sldId id="275" r:id="rId19"/>
    <p:sldId id="276" r:id="rId20"/>
    <p:sldId id="277" r:id="rId21"/>
    <p:sldId id="278" r:id="rId22"/>
    <p:sldId id="279"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1"/>
            <p14:sldId id="260"/>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a:t>
            </a:r>
            <a:r>
              <a:rPr lang="en-US"/>
              <a:t>specialists leaning hawkish by four points. </a:t>
            </a:r>
            <a:r>
              <a:rPr lang="en-US" dirty="0"/>
              <a:t>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a:t>
            </a:r>
            <a:r>
              <a:rPr lang="en-US"/>
              <a:t>' mean score of +4.0 is 4.0 points of probability </a:t>
            </a:r>
            <a:r>
              <a:rPr lang="en-US" dirty="0"/>
              <a:t>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a:t>
            </a:r>
            <a:r>
              <a:rPr lang="en-US"/>
              <a:t>, which is already in points of probability, </a:t>
            </a:r>
            <a:r>
              <a:rPr lang="en-US" dirty="0"/>
              <a:t>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does the lean count. 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The score: already in points of probability, capped at 10 like a human view. The average: one vote each. The spread: the points leave every bucket on the hold-or-cut side and land on both hike buckets, in proportion to size and distance from the middle, so the shape of the distribution is kept and nothing goes to zero.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quant side's own test. A first ordered probit, spec frozen before fitting, failed its out-of-sample gate and was reported, not tuned. A second version beats the base rate on the expanding window but was specified after seeing the first fail, so it carries a contamination caveat and waits for live decisions. The base rates, which need no fitting, beat the fitted model and are the yardstick. Below: why no gradient-boosted anything.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949427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a:t>
            </a:r>
            <a:r>
              <a:rPr lang="en-US" sz="1200">
                <a:solidFill>
                  <a:schemeClr val="tx1"/>
                </a:solidFill>
              </a:rPr>
              <a:t>, move the number 4.0 points toward a hike: </a:t>
            </a:r>
            <a:r>
              <a:rPr lang="en-US" sz="1200" dirty="0">
                <a:solidFill>
                  <a:schemeClr val="tx1"/>
                </a:solidFill>
              </a:rPr>
              <a:t>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txBody>
          <a:bodyPr/>
          <a:lstStyle/>
          <a:p>
            <a:endParaRPr lang="en-US"/>
          </a:p>
        </p:txBody>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txBody>
          <a:bodyPr/>
          <a:lstStyle/>
          <a:p>
            <a:endParaRPr lang="en-US"/>
          </a:p>
        </p:txBody>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142723790"/>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a:t>
            </a:r>
            <a:r>
              <a:rPr lang="en-US" sz="1000">
                <a:solidFill>
                  <a:schemeClr val="tx1"/>
                </a:solidFill>
              </a:rPr>
              <a:t>, specialists 0.8 points,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txBody>
          <a:bodyPr/>
          <a:lstStyle/>
          <a:p>
            <a:endParaRPr lang="en-US"/>
          </a:p>
        </p:txBody>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txBody>
          <a:bodyPr/>
          <a:lstStyle/>
          <a:p>
            <a:endParaRPr lang="en-US"/>
          </a:p>
        </p:txBody>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“evidence”(hallucinate)</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txBody>
          <a:bodyPr/>
          <a:lstStyle/>
          <a:p>
            <a:endParaRPr lang="en-US"/>
          </a:p>
        </p:txBody>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a:t>
            </a:r>
            <a:r>
              <a:rPr lang="en-US" sz="1050">
                <a:solidFill>
                  <a:schemeClr val="tx1"/>
                </a:solidFill>
              </a:rPr>
              <a:t>to ±10.</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txBody>
          <a:bodyPr/>
          <a:lstStyle/>
          <a:p>
            <a:endParaRPr lang="en-US"/>
          </a:p>
        </p:txBody>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score from . Code averages the five scores and moves that many points of probability from the hold side to the hike side (or the reverse),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does the lean count 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a:solidFill>
                  <a:schemeClr val="bg1"/>
                </a:solidFill>
              </a:rPr>
              <a:t>5 scores, ±10</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a:t>
            </a:r>
            <a:r>
              <a:rPr lang="en-US" sz="1050">
                <a:solidFill>
                  <a:srgbClr val="CADCFC"/>
                </a:solidFill>
              </a:rPr>
              <a:t>· +3.4</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dirty="0">
                <a:solidFill>
                  <a:schemeClr val="tx1"/>
                </a:solidFill>
              </a:rPr>
              <a:t>Each point of lean 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a:solidFill>
                  <a:schemeClr val="tx2"/>
                </a:solidFill>
                <a:latin typeface="Cambria" pitchFamily="34" charset="0"/>
                <a:ea typeface="Cambria" pitchFamily="34" charset="-122"/>
                <a:cs typeface="Cambria" pitchFamily="34" charset="-120"/>
              </a:rPr>
              <a:t>+25 bps: 20.2% </a:t>
            </a:r>
            <a:r>
              <a:rPr lang="en-US" sz="1400" b="1" dirty="0">
                <a:solidFill>
                  <a:schemeClr val="tx2"/>
                </a:solidFill>
                <a:latin typeface="Cambria" pitchFamily="34" charset="0"/>
                <a:ea typeface="Cambria" pitchFamily="34" charset="-122"/>
                <a:cs typeface="Cambria" pitchFamily="34" charset="-120"/>
              </a:rPr>
              <a:t>→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a:solidFill>
                  <a:schemeClr val="accent4"/>
                </a:solidFill>
              </a:rPr>
              <a:t>+50 bps 6.0 </a:t>
            </a:r>
            <a:r>
              <a:rPr lang="en-US" sz="950" dirty="0">
                <a:solidFill>
                  <a:schemeClr val="accent4"/>
                </a:solidFill>
              </a:rPr>
              <a:t>→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2067537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lean.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not the data the models read. A watch-out agent that scans for bank failures, funding stress and market dislocations and raises a typed watch-out every analyst must answer.</a:t>
            </a:r>
            <a:endParaRPr lang="en-US" sz="1000"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 second model family</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probit's successor: features written down before fitting, a regularised ordinal model, a reliability check beside the log score, and the expanding window as the only judge. A regularised boosted model as one pre-registered candidate. About 130 usable decisions, 68% holds: small models, honestly tested, not big ones.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752257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score because they output a score,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the analysts' score moves 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1. The score</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Five scores, one vote each, 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the mean score's 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 mean score +4.0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extLst>
      <p:ext uri="{BB962C8B-B14F-4D97-AF65-F5344CB8AC3E}">
        <p14:creationId xmlns:p14="http://schemas.microsoft.com/office/powerpoint/2010/main" val="38598864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46811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dirty="0">
                <a:solidFill>
                  <a:schemeClr val="tx1"/>
                </a:solidFill>
              </a:rPr>
              <a:t>About 130 scheduled decisions with full features, roughly 250 in all; 68% are holds and the cuts cluster in three short episodes. On a sample that small and that unbalanced a boosted tree or a random forest memorises the episodes and a calibration curve on a few dozen non-hold cases is noise. The route is a better-specified small model: features written down before fitting, heavy regularisation, a reliability check beside the log score, the expanding window as the only judge. A regularised boosted model can be one pre-registered candidate, judged the same way.</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742894264"/>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7077</Words>
  <Application>Microsoft Office PowerPoint</Application>
  <PresentationFormat>Widescreen</PresentationFormat>
  <Paragraphs>568</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FedCast</vt:lpstr>
      <vt:lpstr>FedCast</vt:lpstr>
      <vt:lpstr>About me</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score moves the number</vt:lpstr>
      <vt:lpstr>Appendix: the ordered probit, and why it sits at weight 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2026-10-29T17:13:07Z</dcterms:modified>
</cp:coreProperties>
</file>